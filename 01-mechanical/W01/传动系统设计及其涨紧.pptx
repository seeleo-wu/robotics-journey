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58" r:id="rId6"/>
    <p:sldId id="259" r:id="rId7"/>
    <p:sldId id="260" r:id="rId8"/>
    <p:sldId id="261"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屏幕截图 2026-07-14 154205"/>
          <p:cNvPicPr>
            <a:picLocks noChangeAspect="1"/>
          </p:cNvPicPr>
          <p:nvPr/>
        </p:nvPicPr>
        <p:blipFill>
          <a:blip r:embed="rId1"/>
          <a:stretch>
            <a:fillRect/>
          </a:stretch>
        </p:blipFill>
        <p:spPr>
          <a:xfrm>
            <a:off x="-635" y="0"/>
            <a:ext cx="12192635" cy="1200150"/>
          </a:xfrm>
          <a:prstGeom prst="rect">
            <a:avLst/>
          </a:prstGeom>
        </p:spPr>
      </p:pic>
      <p:sp>
        <p:nvSpPr>
          <p:cNvPr id="3" name="文本框 2"/>
          <p:cNvSpPr txBox="1"/>
          <p:nvPr/>
        </p:nvSpPr>
        <p:spPr>
          <a:xfrm>
            <a:off x="4605655" y="2845435"/>
            <a:ext cx="4892675" cy="583565"/>
          </a:xfrm>
          <a:prstGeom prst="rect">
            <a:avLst/>
          </a:prstGeom>
          <a:noFill/>
        </p:spPr>
        <p:txBody>
          <a:bodyPr wrap="square" rtlCol="0">
            <a:spAutoFit/>
          </a:bodyPr>
          <a:p>
            <a:r>
              <a:rPr lang="zh-CN" altLang="en-US" sz="3200"/>
              <a:t>传动系统设计及其涨紧</a:t>
            </a:r>
            <a:endParaRPr lang="zh-CN" alt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28370" y="2169795"/>
            <a:ext cx="4064000" cy="922020"/>
          </a:xfrm>
          <a:prstGeom prst="rect">
            <a:avLst/>
          </a:prstGeom>
          <a:noFill/>
        </p:spPr>
        <p:txBody>
          <a:bodyPr wrap="square" rtlCol="0">
            <a:spAutoFit/>
          </a:bodyPr>
          <a:p>
            <a:r>
              <a:rPr lang="zh-CN" altLang="en-US"/>
              <a:t>同步带轮设计：用大工程师的带轮插件完成（不需要所有的空都需要</a:t>
            </a:r>
            <a:r>
              <a:rPr lang="zh-CN" altLang="en-US"/>
              <a:t>写）</a:t>
            </a:r>
            <a:endParaRPr lang="zh-CN" altLang="en-US"/>
          </a:p>
          <a:p>
            <a:r>
              <a:rPr lang="zh-CN" altLang="en-US"/>
              <a:t>带型，转速，节距之类的写了就</a:t>
            </a:r>
            <a:r>
              <a:rPr lang="zh-CN" altLang="en-US"/>
              <a:t>可以</a:t>
            </a:r>
            <a:endParaRPr lang="zh-CN" altLang="en-US"/>
          </a:p>
        </p:txBody>
      </p:sp>
      <p:sp>
        <p:nvSpPr>
          <p:cNvPr id="3" name="文本框 2"/>
          <p:cNvSpPr txBox="1"/>
          <p:nvPr/>
        </p:nvSpPr>
        <p:spPr>
          <a:xfrm>
            <a:off x="2755900" y="1470025"/>
            <a:ext cx="8012430" cy="645160"/>
          </a:xfrm>
          <a:prstGeom prst="rect">
            <a:avLst/>
          </a:prstGeom>
          <a:noFill/>
        </p:spPr>
        <p:txBody>
          <a:bodyPr wrap="square" rtlCol="0">
            <a:spAutoFit/>
          </a:bodyPr>
          <a:p>
            <a:r>
              <a:rPr lang="zh-CN" altLang="en-US"/>
              <a:t>同步带传动多用在</a:t>
            </a:r>
            <a:r>
              <a:rPr lang="en-US" altLang="zh-CN"/>
              <a:t>YAW</a:t>
            </a:r>
            <a:r>
              <a:rPr lang="zh-CN" altLang="en-US"/>
              <a:t>轴传动，保证传动的稳定性，</a:t>
            </a:r>
            <a:r>
              <a:rPr lang="zh-CN" altLang="en-US" u="sng">
                <a:solidFill>
                  <a:srgbClr val="FF0000"/>
                </a:solidFill>
              </a:rPr>
              <a:t>多为</a:t>
            </a:r>
            <a:r>
              <a:rPr lang="en-US" altLang="zh-CN" u="sng">
                <a:solidFill>
                  <a:srgbClr val="FF0000"/>
                </a:solidFill>
              </a:rPr>
              <a:t>1</a:t>
            </a:r>
            <a:r>
              <a:rPr lang="zh-CN" altLang="en-US" u="sng">
                <a:solidFill>
                  <a:srgbClr val="FF0000"/>
                </a:solidFill>
              </a:rPr>
              <a:t>比</a:t>
            </a:r>
            <a:r>
              <a:rPr lang="en-US" altLang="zh-CN" u="sng">
                <a:solidFill>
                  <a:srgbClr val="FF0000"/>
                </a:solidFill>
              </a:rPr>
              <a:t>1</a:t>
            </a:r>
            <a:r>
              <a:rPr lang="zh-CN" altLang="en-US" u="sng">
                <a:solidFill>
                  <a:srgbClr val="FF0000"/>
                </a:solidFill>
              </a:rPr>
              <a:t>传动，两带轮大小相等</a:t>
            </a:r>
            <a:endParaRPr lang="zh-CN" altLang="en-US" u="sng">
              <a:solidFill>
                <a:srgbClr val="FF0000"/>
              </a:solidFill>
            </a:endParaRPr>
          </a:p>
        </p:txBody>
      </p:sp>
      <p:pic>
        <p:nvPicPr>
          <p:cNvPr id="4" name="图片 3" descr="屏幕截图 2026-07-14 154205"/>
          <p:cNvPicPr>
            <a:picLocks noChangeAspect="1"/>
          </p:cNvPicPr>
          <p:nvPr/>
        </p:nvPicPr>
        <p:blipFill>
          <a:blip r:embed="rId1"/>
          <a:stretch>
            <a:fillRect/>
          </a:stretch>
        </p:blipFill>
        <p:spPr>
          <a:xfrm>
            <a:off x="0" y="100330"/>
            <a:ext cx="12192000" cy="1200150"/>
          </a:xfrm>
          <a:prstGeom prst="rect">
            <a:avLst/>
          </a:prstGeom>
        </p:spPr>
      </p:pic>
      <p:pic>
        <p:nvPicPr>
          <p:cNvPr id="5" name="图片 4" descr="屏幕截图 2026-07-17 100343"/>
          <p:cNvPicPr>
            <a:picLocks noChangeAspect="1"/>
          </p:cNvPicPr>
          <p:nvPr/>
        </p:nvPicPr>
        <p:blipFill>
          <a:blip r:embed="rId2"/>
          <a:stretch>
            <a:fillRect/>
          </a:stretch>
        </p:blipFill>
        <p:spPr>
          <a:xfrm>
            <a:off x="831850" y="3174365"/>
            <a:ext cx="4048125" cy="3427095"/>
          </a:xfrm>
          <a:prstGeom prst="rect">
            <a:avLst/>
          </a:prstGeom>
        </p:spPr>
      </p:pic>
      <p:pic>
        <p:nvPicPr>
          <p:cNvPr id="6" name="图片 5" descr="屏幕截图 2026-07-17 100354"/>
          <p:cNvPicPr>
            <a:picLocks noChangeAspect="1"/>
          </p:cNvPicPr>
          <p:nvPr/>
        </p:nvPicPr>
        <p:blipFill>
          <a:blip r:embed="rId3"/>
          <a:stretch>
            <a:fillRect/>
          </a:stretch>
        </p:blipFill>
        <p:spPr>
          <a:xfrm>
            <a:off x="5395595" y="2937510"/>
            <a:ext cx="4502150" cy="3797300"/>
          </a:xfrm>
          <a:prstGeom prst="rect">
            <a:avLst/>
          </a:prstGeom>
        </p:spPr>
      </p:pic>
      <p:cxnSp>
        <p:nvCxnSpPr>
          <p:cNvPr id="7" name="直接箭头连接符 6"/>
          <p:cNvCxnSpPr/>
          <p:nvPr/>
        </p:nvCxnSpPr>
        <p:spPr>
          <a:xfrm flipH="1">
            <a:off x="3502660" y="2814320"/>
            <a:ext cx="1945640" cy="17551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5395595" y="2499360"/>
            <a:ext cx="4064000" cy="368300"/>
          </a:xfrm>
          <a:prstGeom prst="rect">
            <a:avLst/>
          </a:prstGeom>
          <a:noFill/>
        </p:spPr>
        <p:txBody>
          <a:bodyPr wrap="square" rtlCol="0">
            <a:spAutoFit/>
          </a:bodyPr>
          <a:p>
            <a:r>
              <a:rPr lang="zh-CN" altLang="en-US"/>
              <a:t>带轮</a:t>
            </a:r>
            <a:r>
              <a:rPr lang="zh-CN" altLang="en-US"/>
              <a:t>大小</a:t>
            </a:r>
            <a:endParaRPr lang="zh-CN" altLang="en-US"/>
          </a:p>
        </p:txBody>
      </p:sp>
      <p:sp>
        <p:nvSpPr>
          <p:cNvPr id="9" name="文本框 8"/>
          <p:cNvSpPr txBox="1"/>
          <p:nvPr/>
        </p:nvSpPr>
        <p:spPr>
          <a:xfrm>
            <a:off x="8443595" y="2169795"/>
            <a:ext cx="4064000" cy="368300"/>
          </a:xfrm>
          <a:prstGeom prst="rect">
            <a:avLst/>
          </a:prstGeom>
          <a:noFill/>
        </p:spPr>
        <p:txBody>
          <a:bodyPr wrap="square" rtlCol="0">
            <a:spAutoFit/>
          </a:bodyPr>
          <a:p>
            <a:r>
              <a:rPr lang="zh-CN" altLang="en-US"/>
              <a:t>步兵，英雄常用圆弧齿</a:t>
            </a:r>
            <a:r>
              <a:rPr lang="en-US" altLang="zh-CN"/>
              <a:t>5M</a:t>
            </a:r>
            <a:r>
              <a:rPr lang="zh-CN" altLang="en-US"/>
              <a:t>同步带</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822065" y="584200"/>
            <a:ext cx="4064000" cy="1198880"/>
          </a:xfrm>
          <a:prstGeom prst="rect">
            <a:avLst/>
          </a:prstGeom>
          <a:noFill/>
        </p:spPr>
        <p:txBody>
          <a:bodyPr wrap="square" rtlCol="0">
            <a:spAutoFit/>
          </a:bodyPr>
          <a:p>
            <a:r>
              <a:rPr lang="zh-CN" altLang="en-US" sz="2400" b="1">
                <a:solidFill>
                  <a:srgbClr val="FF0000"/>
                </a:solidFill>
              </a:rPr>
              <a:t>同步带轮及其上下限位板及其他阻挡滑环线通过的零件要预留滑环线孔位</a:t>
            </a:r>
            <a:endParaRPr lang="zh-CN" altLang="en-US" sz="2400" b="1">
              <a:solidFill>
                <a:srgbClr val="FF0000"/>
              </a:solidFill>
            </a:endParaRPr>
          </a:p>
        </p:txBody>
      </p:sp>
      <p:pic>
        <p:nvPicPr>
          <p:cNvPr id="3" name="图片 2" descr="屏幕截图 2026-07-17 105911"/>
          <p:cNvPicPr>
            <a:picLocks noChangeAspect="1"/>
          </p:cNvPicPr>
          <p:nvPr/>
        </p:nvPicPr>
        <p:blipFill>
          <a:blip r:embed="rId1"/>
          <a:stretch>
            <a:fillRect/>
          </a:stretch>
        </p:blipFill>
        <p:spPr>
          <a:xfrm>
            <a:off x="714375" y="1915795"/>
            <a:ext cx="4744085" cy="4808220"/>
          </a:xfrm>
          <a:prstGeom prst="rect">
            <a:avLst/>
          </a:prstGeom>
        </p:spPr>
      </p:pic>
      <p:sp>
        <p:nvSpPr>
          <p:cNvPr id="4" name="流程图: 可选过程 3"/>
          <p:cNvSpPr/>
          <p:nvPr/>
        </p:nvSpPr>
        <p:spPr>
          <a:xfrm>
            <a:off x="2199640" y="2917190"/>
            <a:ext cx="1774190" cy="863600"/>
          </a:xfrm>
          <a:prstGeom prst="flowChartAlternateProcess">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1547495" y="4784090"/>
            <a:ext cx="1670050" cy="116586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直接箭头连接符 5"/>
          <p:cNvCxnSpPr/>
          <p:nvPr/>
        </p:nvCxnSpPr>
        <p:spPr>
          <a:xfrm flipH="1">
            <a:off x="3584575" y="2472690"/>
            <a:ext cx="2385060" cy="7556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a:off x="2940050" y="2480310"/>
            <a:ext cx="3014980" cy="28740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5969635" y="2258060"/>
            <a:ext cx="4064000" cy="368300"/>
          </a:xfrm>
          <a:prstGeom prst="rect">
            <a:avLst/>
          </a:prstGeom>
          <a:noFill/>
        </p:spPr>
        <p:txBody>
          <a:bodyPr wrap="square" rtlCol="0">
            <a:spAutoFit/>
          </a:bodyPr>
          <a:p>
            <a:r>
              <a:rPr lang="zh-CN" altLang="en-US"/>
              <a:t>滑环线</a:t>
            </a:r>
            <a:r>
              <a:rPr lang="zh-CN" altLang="en-US"/>
              <a:t>孔位</a:t>
            </a:r>
            <a:endParaRPr lang="zh-CN" altLang="en-US"/>
          </a:p>
        </p:txBody>
      </p:sp>
      <p:pic>
        <p:nvPicPr>
          <p:cNvPr id="9" name="图片 8" descr="微信图片_20260717110818_113_56"/>
          <p:cNvPicPr>
            <a:picLocks noChangeAspect="1"/>
          </p:cNvPicPr>
          <p:nvPr/>
        </p:nvPicPr>
        <p:blipFill>
          <a:blip r:embed="rId2"/>
          <a:stretch>
            <a:fillRect/>
          </a:stretch>
        </p:blipFill>
        <p:spPr>
          <a:xfrm>
            <a:off x="8326120" y="0"/>
            <a:ext cx="3333115" cy="3333115"/>
          </a:xfrm>
          <a:prstGeom prst="rect">
            <a:avLst/>
          </a:prstGeom>
        </p:spPr>
      </p:pic>
      <p:sp>
        <p:nvSpPr>
          <p:cNvPr id="10" name="文本框 9"/>
          <p:cNvSpPr txBox="1"/>
          <p:nvPr/>
        </p:nvSpPr>
        <p:spPr>
          <a:xfrm>
            <a:off x="7886065" y="4415790"/>
            <a:ext cx="4064000" cy="368300"/>
          </a:xfrm>
          <a:prstGeom prst="rect">
            <a:avLst/>
          </a:prstGeom>
          <a:noFill/>
        </p:spPr>
        <p:txBody>
          <a:bodyPr wrap="square" rtlCol="0">
            <a:spAutoFit/>
          </a:bodyPr>
          <a:p>
            <a:r>
              <a:rPr lang="zh-CN" altLang="en-US" b="1"/>
              <a:t>实际的滑环样子看各兵种需求</a:t>
            </a:r>
            <a:endParaRPr lang="zh-CN" altLang="en-US" b="1"/>
          </a:p>
        </p:txBody>
      </p:sp>
      <p:sp>
        <p:nvSpPr>
          <p:cNvPr id="11" name="文本框 10"/>
          <p:cNvSpPr txBox="1"/>
          <p:nvPr/>
        </p:nvSpPr>
        <p:spPr>
          <a:xfrm>
            <a:off x="9006205" y="3412490"/>
            <a:ext cx="4064000" cy="368300"/>
          </a:xfrm>
          <a:prstGeom prst="rect">
            <a:avLst/>
          </a:prstGeom>
          <a:noFill/>
        </p:spPr>
        <p:txBody>
          <a:bodyPr wrap="square" rtlCol="0">
            <a:spAutoFit/>
          </a:bodyPr>
          <a:p>
            <a:r>
              <a:rPr lang="zh-CN" altLang="en-US"/>
              <a:t>步兵</a:t>
            </a:r>
            <a:r>
              <a:rPr lang="zh-CN" altLang="en-US"/>
              <a:t>滑环</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屏幕截图 2026-07-14 154205"/>
          <p:cNvPicPr>
            <a:picLocks noChangeAspect="1"/>
          </p:cNvPicPr>
          <p:nvPr/>
        </p:nvPicPr>
        <p:blipFill>
          <a:blip r:embed="rId1"/>
          <a:stretch>
            <a:fillRect/>
          </a:stretch>
        </p:blipFill>
        <p:spPr>
          <a:xfrm>
            <a:off x="-635" y="261620"/>
            <a:ext cx="12192635" cy="1200150"/>
          </a:xfrm>
          <a:prstGeom prst="rect">
            <a:avLst/>
          </a:prstGeom>
        </p:spPr>
      </p:pic>
      <p:sp>
        <p:nvSpPr>
          <p:cNvPr id="3" name="文本框 2"/>
          <p:cNvSpPr txBox="1"/>
          <p:nvPr/>
        </p:nvSpPr>
        <p:spPr>
          <a:xfrm>
            <a:off x="4130675" y="1789430"/>
            <a:ext cx="4064000" cy="368300"/>
          </a:xfrm>
          <a:prstGeom prst="rect">
            <a:avLst/>
          </a:prstGeom>
          <a:noFill/>
        </p:spPr>
        <p:txBody>
          <a:bodyPr wrap="square" rtlCol="0">
            <a:spAutoFit/>
          </a:bodyPr>
          <a:p>
            <a:r>
              <a:rPr lang="zh-CN" altLang="en-US"/>
              <a:t>同步带的</a:t>
            </a:r>
            <a:r>
              <a:rPr lang="zh-CN" altLang="en-US"/>
              <a:t>选择</a:t>
            </a:r>
            <a:endParaRPr lang="zh-CN" altLang="en-US"/>
          </a:p>
        </p:txBody>
      </p:sp>
      <p:sp>
        <p:nvSpPr>
          <p:cNvPr id="4" name="文本框 3"/>
          <p:cNvSpPr txBox="1"/>
          <p:nvPr/>
        </p:nvSpPr>
        <p:spPr>
          <a:xfrm>
            <a:off x="824865" y="2360295"/>
            <a:ext cx="4064000" cy="922020"/>
          </a:xfrm>
          <a:prstGeom prst="rect">
            <a:avLst/>
          </a:prstGeom>
          <a:noFill/>
        </p:spPr>
        <p:txBody>
          <a:bodyPr wrap="square" rtlCol="0">
            <a:spAutoFit/>
          </a:bodyPr>
          <a:p>
            <a:r>
              <a:rPr lang="zh-CN" altLang="en-US"/>
              <a:t>同步带长度：一个带轮直径（</a:t>
            </a:r>
            <a:r>
              <a:rPr lang="zh-CN" altLang="en-US" b="1" u="sng"/>
              <a:t>带轮最外圈</a:t>
            </a:r>
            <a:r>
              <a:rPr lang="zh-CN" altLang="en-US"/>
              <a:t>，不是大工程师里的节圆</a:t>
            </a:r>
            <a:r>
              <a:rPr lang="zh-CN" altLang="en-US"/>
              <a:t>参数）加上两倍的</a:t>
            </a:r>
            <a:r>
              <a:rPr lang="zh-CN" altLang="en-US"/>
              <a:t>中心距</a:t>
            </a:r>
            <a:endParaRPr lang="zh-CN" altLang="en-US"/>
          </a:p>
        </p:txBody>
      </p:sp>
      <p:pic>
        <p:nvPicPr>
          <p:cNvPr id="5" name="图片 4" descr="屏幕截图 2026-07-17 101358"/>
          <p:cNvPicPr>
            <a:picLocks noChangeAspect="1"/>
          </p:cNvPicPr>
          <p:nvPr/>
        </p:nvPicPr>
        <p:blipFill>
          <a:blip r:embed="rId2"/>
          <a:stretch>
            <a:fillRect/>
          </a:stretch>
        </p:blipFill>
        <p:spPr>
          <a:xfrm>
            <a:off x="75565" y="3212465"/>
            <a:ext cx="5275580" cy="3355975"/>
          </a:xfrm>
          <a:prstGeom prst="rect">
            <a:avLst/>
          </a:prstGeom>
        </p:spPr>
      </p:pic>
      <p:cxnSp>
        <p:nvCxnSpPr>
          <p:cNvPr id="6" name="直接箭头连接符 5"/>
          <p:cNvCxnSpPr/>
          <p:nvPr/>
        </p:nvCxnSpPr>
        <p:spPr>
          <a:xfrm>
            <a:off x="1183640" y="2952750"/>
            <a:ext cx="175260" cy="144843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5922645" y="2307590"/>
            <a:ext cx="4064000" cy="645160"/>
          </a:xfrm>
          <a:prstGeom prst="rect">
            <a:avLst/>
          </a:prstGeom>
          <a:noFill/>
        </p:spPr>
        <p:txBody>
          <a:bodyPr wrap="square" rtlCol="0">
            <a:spAutoFit/>
          </a:bodyPr>
          <a:p>
            <a:r>
              <a:rPr lang="zh-CN" altLang="en-US"/>
              <a:t>计算的长度应为整数且为节距的整数倍（四舍五入</a:t>
            </a:r>
            <a:r>
              <a:rPr lang="zh-CN" altLang="en-US"/>
              <a:t>一下）</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屏幕截图 2026-07-14 154205"/>
          <p:cNvPicPr>
            <a:picLocks noChangeAspect="1"/>
          </p:cNvPicPr>
          <p:nvPr/>
        </p:nvPicPr>
        <p:blipFill>
          <a:blip r:embed="rId1"/>
          <a:stretch>
            <a:fillRect/>
          </a:stretch>
        </p:blipFill>
        <p:spPr>
          <a:xfrm>
            <a:off x="0" y="0"/>
            <a:ext cx="12193270" cy="1200150"/>
          </a:xfrm>
          <a:prstGeom prst="rect">
            <a:avLst/>
          </a:prstGeom>
        </p:spPr>
      </p:pic>
      <p:sp>
        <p:nvSpPr>
          <p:cNvPr id="3" name="文本框 2"/>
          <p:cNvSpPr txBox="1"/>
          <p:nvPr/>
        </p:nvSpPr>
        <p:spPr>
          <a:xfrm>
            <a:off x="4812030" y="1717040"/>
            <a:ext cx="4064000" cy="368300"/>
          </a:xfrm>
          <a:prstGeom prst="rect">
            <a:avLst/>
          </a:prstGeom>
          <a:noFill/>
        </p:spPr>
        <p:txBody>
          <a:bodyPr wrap="square" rtlCol="0">
            <a:spAutoFit/>
          </a:bodyPr>
          <a:p>
            <a:r>
              <a:rPr lang="zh-CN" altLang="en-US"/>
              <a:t>同步带的</a:t>
            </a:r>
            <a:r>
              <a:rPr lang="zh-CN" altLang="en-US"/>
              <a:t>定制</a:t>
            </a:r>
            <a:endParaRPr lang="zh-CN" altLang="en-US"/>
          </a:p>
        </p:txBody>
      </p:sp>
      <p:pic>
        <p:nvPicPr>
          <p:cNvPr id="4" name="图片 3" descr="微信图片_20260717102053_112_56"/>
          <p:cNvPicPr>
            <a:picLocks noChangeAspect="1"/>
          </p:cNvPicPr>
          <p:nvPr/>
        </p:nvPicPr>
        <p:blipFill>
          <a:blip r:embed="rId2"/>
          <a:stretch>
            <a:fillRect/>
          </a:stretch>
        </p:blipFill>
        <p:spPr>
          <a:xfrm>
            <a:off x="0" y="1870075"/>
            <a:ext cx="2923540" cy="4987925"/>
          </a:xfrm>
          <a:prstGeom prst="rect">
            <a:avLst/>
          </a:prstGeom>
        </p:spPr>
      </p:pic>
      <p:sp>
        <p:nvSpPr>
          <p:cNvPr id="5" name="文本框 4"/>
          <p:cNvSpPr txBox="1"/>
          <p:nvPr/>
        </p:nvSpPr>
        <p:spPr>
          <a:xfrm>
            <a:off x="3495040" y="2301875"/>
            <a:ext cx="4064000" cy="1198880"/>
          </a:xfrm>
          <a:prstGeom prst="rect">
            <a:avLst/>
          </a:prstGeom>
          <a:noFill/>
        </p:spPr>
        <p:txBody>
          <a:bodyPr wrap="square" rtlCol="0">
            <a:spAutoFit/>
          </a:bodyPr>
          <a:p>
            <a:r>
              <a:rPr lang="zh-CN" altLang="en-US"/>
              <a:t>同步带定制总会出现问题，所以一次就定制</a:t>
            </a:r>
            <a:r>
              <a:rPr lang="en-US" altLang="zh-CN"/>
              <a:t>2</a:t>
            </a:r>
            <a:r>
              <a:rPr lang="zh-CN" altLang="en-US"/>
              <a:t>条（</a:t>
            </a:r>
            <a:r>
              <a:rPr lang="zh-CN" altLang="en-US">
                <a:solidFill>
                  <a:srgbClr val="FF0000"/>
                </a:solidFill>
              </a:rPr>
              <a:t>一个按照算出来的四舍五入的长度</a:t>
            </a:r>
            <a:r>
              <a:rPr lang="zh-CN" altLang="en-US"/>
              <a:t>定制，</a:t>
            </a:r>
            <a:r>
              <a:rPr lang="zh-CN" altLang="en-US" u="sng">
                <a:solidFill>
                  <a:srgbClr val="FF0000"/>
                </a:solidFill>
              </a:rPr>
              <a:t>一个</a:t>
            </a:r>
            <a:r>
              <a:rPr lang="zh-CN" altLang="en-US" u="sng">
                <a:solidFill>
                  <a:srgbClr val="FF0000"/>
                </a:solidFill>
                <a:sym typeface="+mn-ea"/>
              </a:rPr>
              <a:t>按照算出来的四舍五入的长度</a:t>
            </a:r>
            <a:r>
              <a:rPr lang="en-US" altLang="zh-CN" u="sng">
                <a:solidFill>
                  <a:srgbClr val="FF0000"/>
                </a:solidFill>
                <a:sym typeface="+mn-ea"/>
              </a:rPr>
              <a:t>+</a:t>
            </a:r>
            <a:r>
              <a:rPr lang="zh-CN" altLang="en-US" u="sng">
                <a:solidFill>
                  <a:srgbClr val="FF0000"/>
                </a:solidFill>
                <a:sym typeface="+mn-ea"/>
              </a:rPr>
              <a:t>一个节距</a:t>
            </a:r>
            <a:r>
              <a:rPr lang="zh-CN" altLang="en-US">
                <a:sym typeface="+mn-ea"/>
              </a:rPr>
              <a:t>定制</a:t>
            </a:r>
            <a:r>
              <a:rPr lang="zh-CN" altLang="en-US"/>
              <a:t>）</a:t>
            </a:r>
            <a:endParaRPr lang="zh-CN" altLang="en-US"/>
          </a:p>
        </p:txBody>
      </p:sp>
      <p:sp>
        <p:nvSpPr>
          <p:cNvPr id="6" name="文本框 5"/>
          <p:cNvSpPr txBox="1"/>
          <p:nvPr/>
        </p:nvSpPr>
        <p:spPr>
          <a:xfrm>
            <a:off x="3495040" y="3848100"/>
            <a:ext cx="4064000" cy="1198880"/>
          </a:xfrm>
          <a:prstGeom prst="rect">
            <a:avLst/>
          </a:prstGeom>
          <a:noFill/>
        </p:spPr>
        <p:txBody>
          <a:bodyPr wrap="square" rtlCol="0">
            <a:spAutoFit/>
          </a:bodyPr>
          <a:p>
            <a:r>
              <a:rPr lang="zh-CN" altLang="en-US"/>
              <a:t>厚度：同步带厚度应比同步带轮厚度小</a:t>
            </a:r>
            <a:r>
              <a:rPr lang="en-US" altLang="zh-CN"/>
              <a:t>1.5~2mm</a:t>
            </a:r>
            <a:r>
              <a:rPr lang="zh-CN" altLang="en-US"/>
              <a:t>（</a:t>
            </a:r>
            <a:r>
              <a:rPr lang="en-US" altLang="zh-CN">
                <a:solidFill>
                  <a:srgbClr val="FF0000"/>
                </a:solidFill>
              </a:rPr>
              <a:t>1</a:t>
            </a:r>
            <a:r>
              <a:rPr lang="zh-CN" altLang="en-US"/>
              <a:t>切割同步带的精度问题，</a:t>
            </a:r>
            <a:r>
              <a:rPr lang="en-US" altLang="zh-CN">
                <a:solidFill>
                  <a:srgbClr val="FF0000"/>
                </a:solidFill>
              </a:rPr>
              <a:t>2</a:t>
            </a:r>
            <a:r>
              <a:rPr lang="zh-CN" altLang="en-US"/>
              <a:t>涨紧后两同步带轮平面不再一个平面，同步带翘起可能磨损同步带</a:t>
            </a:r>
            <a:r>
              <a:rPr lang="zh-CN" altLang="en-US"/>
              <a:t>限位）</a:t>
            </a:r>
            <a:endParaRPr lang="zh-CN" altLang="en-US"/>
          </a:p>
        </p:txBody>
      </p:sp>
      <p:pic>
        <p:nvPicPr>
          <p:cNvPr id="7" name="图片 6" descr="屏幕截图 2026-07-17 103000"/>
          <p:cNvPicPr>
            <a:picLocks noChangeAspect="1"/>
          </p:cNvPicPr>
          <p:nvPr/>
        </p:nvPicPr>
        <p:blipFill>
          <a:blip r:embed="rId3"/>
          <a:stretch>
            <a:fillRect/>
          </a:stretch>
        </p:blipFill>
        <p:spPr>
          <a:xfrm>
            <a:off x="7727315" y="1593850"/>
            <a:ext cx="4383405" cy="1056005"/>
          </a:xfrm>
          <a:prstGeom prst="rect">
            <a:avLst/>
          </a:prstGeom>
        </p:spPr>
      </p:pic>
      <p:sp>
        <p:nvSpPr>
          <p:cNvPr id="8" name="文本框 7"/>
          <p:cNvSpPr txBox="1"/>
          <p:nvPr/>
        </p:nvSpPr>
        <p:spPr>
          <a:xfrm>
            <a:off x="8285480" y="3384550"/>
            <a:ext cx="4064000" cy="368300"/>
          </a:xfrm>
          <a:prstGeom prst="rect">
            <a:avLst/>
          </a:prstGeom>
          <a:noFill/>
        </p:spPr>
        <p:txBody>
          <a:bodyPr wrap="square" rtlCol="0">
            <a:spAutoFit/>
          </a:bodyPr>
          <a:p>
            <a:r>
              <a:rPr lang="zh-CN" altLang="en-US"/>
              <a:t>同步带也要有</a:t>
            </a:r>
            <a:r>
              <a:rPr lang="zh-CN" altLang="en-US"/>
              <a:t>限位！！！</a:t>
            </a:r>
            <a:endParaRPr lang="zh-CN" altLang="en-US"/>
          </a:p>
        </p:txBody>
      </p:sp>
      <p:sp>
        <p:nvSpPr>
          <p:cNvPr id="9" name="文本框 8"/>
          <p:cNvSpPr txBox="1"/>
          <p:nvPr/>
        </p:nvSpPr>
        <p:spPr>
          <a:xfrm>
            <a:off x="3592195" y="5394325"/>
            <a:ext cx="4064000" cy="645160"/>
          </a:xfrm>
          <a:prstGeom prst="rect">
            <a:avLst/>
          </a:prstGeom>
          <a:noFill/>
        </p:spPr>
        <p:txBody>
          <a:bodyPr wrap="square" rtlCol="0">
            <a:spAutoFit/>
          </a:bodyPr>
          <a:p>
            <a:r>
              <a:rPr lang="zh-CN" altLang="en-US"/>
              <a:t>材质：橡胶带玻纤，橡胶带铁</a:t>
            </a:r>
            <a:r>
              <a:rPr lang="en-US" altLang="zh-CN"/>
              <a:t>/</a:t>
            </a:r>
            <a:r>
              <a:rPr lang="zh-CN" altLang="en-US"/>
              <a:t>钢丝的（不要聚氨酯的，不要纯</a:t>
            </a:r>
            <a:r>
              <a:rPr lang="zh-CN" altLang="en-US"/>
              <a:t>橡胶）</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屏幕截图 2026-07-14 154205"/>
          <p:cNvPicPr>
            <a:picLocks noChangeAspect="1"/>
          </p:cNvPicPr>
          <p:nvPr/>
        </p:nvPicPr>
        <p:blipFill>
          <a:blip r:embed="rId1"/>
          <a:stretch>
            <a:fillRect/>
          </a:stretch>
        </p:blipFill>
        <p:spPr>
          <a:xfrm>
            <a:off x="635" y="364490"/>
            <a:ext cx="12191365" cy="1200150"/>
          </a:xfrm>
          <a:prstGeom prst="rect">
            <a:avLst/>
          </a:prstGeom>
        </p:spPr>
      </p:pic>
      <p:sp>
        <p:nvSpPr>
          <p:cNvPr id="3" name="文本框 2"/>
          <p:cNvSpPr txBox="1"/>
          <p:nvPr/>
        </p:nvSpPr>
        <p:spPr>
          <a:xfrm>
            <a:off x="4064635" y="2016760"/>
            <a:ext cx="4064000" cy="368300"/>
          </a:xfrm>
          <a:prstGeom prst="rect">
            <a:avLst/>
          </a:prstGeom>
          <a:noFill/>
        </p:spPr>
        <p:txBody>
          <a:bodyPr wrap="square" rtlCol="0">
            <a:spAutoFit/>
          </a:bodyPr>
          <a:p>
            <a:r>
              <a:rPr lang="zh-CN" altLang="en-US"/>
              <a:t>同步带</a:t>
            </a:r>
            <a:r>
              <a:rPr lang="zh-CN" altLang="en-US"/>
              <a:t>涨紧</a:t>
            </a:r>
            <a:endParaRPr lang="zh-CN" altLang="en-US"/>
          </a:p>
        </p:txBody>
      </p:sp>
      <p:pic>
        <p:nvPicPr>
          <p:cNvPr id="4" name="图片 3" descr="屏幕截图 2026-07-17 103241"/>
          <p:cNvPicPr>
            <a:picLocks noChangeAspect="1"/>
          </p:cNvPicPr>
          <p:nvPr/>
        </p:nvPicPr>
        <p:blipFill>
          <a:blip r:embed="rId2"/>
          <a:stretch>
            <a:fillRect/>
          </a:stretch>
        </p:blipFill>
        <p:spPr>
          <a:xfrm>
            <a:off x="3881755" y="4074795"/>
            <a:ext cx="2602865" cy="2701925"/>
          </a:xfrm>
          <a:prstGeom prst="rect">
            <a:avLst/>
          </a:prstGeom>
        </p:spPr>
      </p:pic>
      <p:sp>
        <p:nvSpPr>
          <p:cNvPr id="6" name="文本框 5"/>
          <p:cNvSpPr txBox="1"/>
          <p:nvPr/>
        </p:nvSpPr>
        <p:spPr>
          <a:xfrm>
            <a:off x="3684905" y="2937425"/>
            <a:ext cx="4064000" cy="645160"/>
          </a:xfrm>
          <a:prstGeom prst="rect">
            <a:avLst/>
          </a:prstGeom>
        </p:spPr>
        <p:txBody>
          <a:bodyPr>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charset="-122"/>
              </a:rPr>
              <a:t>涨紧轮大小多打印几个试试，两侧都应该预留涨紧位置（就算</a:t>
            </a:r>
            <a:r>
              <a:rPr lang="zh-CN" altLang="en-US" sz="1800">
                <a:latin typeface="Arial" panose="020B0604020202020204" pitchFamily="34" charset="0"/>
                <a:ea typeface="微软雅黑" panose="020B0503020204020204" charset="-122"/>
              </a:rPr>
              <a:t>不用）</a:t>
            </a: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90085" y="847090"/>
            <a:ext cx="4064000" cy="368300"/>
          </a:xfrm>
          <a:prstGeom prst="rect">
            <a:avLst/>
          </a:prstGeom>
          <a:noFill/>
        </p:spPr>
        <p:txBody>
          <a:bodyPr wrap="square" rtlCol="0">
            <a:spAutoFit/>
          </a:bodyPr>
          <a:p>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Words>
  <Application>WPS 演示</Application>
  <PresentationFormat>宽屏</PresentationFormat>
  <Paragraphs>39</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宋体</vt:lpstr>
      <vt:lpstr>Wingdings</vt:lpstr>
      <vt:lpstr>微软雅黑</vt:lpstr>
      <vt:lpstr>Calibri</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ttkzmttk</dc:creator>
  <cp:lastModifiedBy>乐儿</cp:lastModifiedBy>
  <cp:revision>42</cp:revision>
  <dcterms:created xsi:type="dcterms:W3CDTF">2023-08-09T12:44:00Z</dcterms:created>
  <dcterms:modified xsi:type="dcterms:W3CDTF">2026-07-17T03:16:35Z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275C43CB2CDD4119BA3CA8BA4EE6CDDF_12</vt:lpwstr>
  </property>
</Properties>
</file>